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viv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5558" y="2610311"/>
            <a:ext cx="715773" cy="3559516"/>
          </a:xfrm>
          <a:prstGeom prst="rect">
            <a:avLst/>
          </a:prstGeom>
          <a:noFill/>
        </p:spPr>
        <p:txBody>
          <a:bodyPr wrap="none" lIns="0" rIns="0" tIns="0" bIns="0" anchor="t" vert="eaVer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spc="740">
                <a:solidFill>
                  <a:srgbClr val="FFFFFF"/>
                </a:solidFill>
                <a:latin typeface="Microsoft YaHei"/>
                <a:ea typeface="Microsoft YaHei"/>
              </a:rPr>
              <a:t>素材原文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1973" y="2622176"/>
            <a:ext cx="715773" cy="3559516"/>
          </a:xfrm>
          <a:prstGeom prst="rect">
            <a:avLst/>
          </a:prstGeom>
          <a:noFill/>
        </p:spPr>
        <p:txBody>
          <a:bodyPr wrap="none" lIns="0" rIns="0" tIns="0" bIns="0" anchor="t" vert="eaVer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spc="740">
                <a:solidFill>
                  <a:srgbClr val="FFFFFF"/>
                </a:solidFill>
                <a:latin typeface="Microsoft YaHei"/>
                <a:ea typeface="Microsoft YaHei"/>
              </a:rPr>
              <a:t>人物性格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35233" y="2645907"/>
            <a:ext cx="715773" cy="3559516"/>
          </a:xfrm>
          <a:prstGeom prst="rect">
            <a:avLst/>
          </a:prstGeom>
          <a:noFill/>
        </p:spPr>
        <p:txBody>
          <a:bodyPr wrap="none" lIns="0" rIns="0" tIns="0" bIns="0" anchor="t" vert="eaVer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spc="740">
                <a:solidFill>
                  <a:srgbClr val="FFFFFF"/>
                </a:solidFill>
                <a:latin typeface="Microsoft YaHei"/>
                <a:ea typeface="Microsoft YaHei"/>
              </a:rPr>
              <a:t>示例段落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2419" y="5422329"/>
            <a:ext cx="2385910" cy="9257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6552" y="5422329"/>
            <a:ext cx="2385910" cy="9257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1742" y="5422329"/>
            <a:ext cx="2385910" cy="9257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865" y="207638"/>
            <a:ext cx="3578865" cy="560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6110" y="391547"/>
            <a:ext cx="3578865" cy="2933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E6627"/>
                </a:solidFill>
                <a:latin typeface="Microsoft YaHei"/>
                <a:ea typeface="Microsoft YaHei"/>
              </a:rPr>
              <a:t>/Contents</a:t>
            </a:r>
          </a:p>
        </p:txBody>
      </p:sp>
      <p:sp>
        <p:nvSpPr>
          <p:cNvPr id="12" name="Oval 11"/>
          <p:cNvSpPr/>
          <p:nvPr/>
        </p:nvSpPr>
        <p:spPr>
          <a:xfrm>
            <a:off x="8971022" y="1981464"/>
            <a:ext cx="214732" cy="213571"/>
          </a:xfrm>
          <a:prstGeom prst="ellipse">
            <a:avLst/>
          </a:prstGeom>
          <a:solidFill>
            <a:srgbClr val="FFC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